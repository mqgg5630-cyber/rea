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15784" y="786384"/>
            <a:ext cx="427939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822960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8686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ONE CASE · TEN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675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一个案例 · 十张图</a:t>
            </a:r>
          </a:p>
          <a:p>
            <a:pPr algn="l">
              <a:lnSpc>
                <a:spcPct val="112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1688 标准套图序列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案例：奶云浮雕马克杯 350ml（潮瓷产地白牌 · 素色影棚口径）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图片：AI 素色影棚底图（背景做减法）+ 文字标注零错字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4340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53712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十图序列（1688 详情/主图通用货架语法）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5604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主图 · 2 细节 · 3 实力 · 4 好评 · 5 定制 · 6 使用效果 · 7 场景 · 8 核心卖点 · 9 规格参数 · 10 包装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每张图都有明确职责：抢点击 / 答疑虑 / 建信任 / 推转化 / 拓询盘 / 破顾虑 / 促分享 / 做钩子 / 助下单 / 促成交。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全部数据为示例复盘口径 ｜ 素材构成与合规见封底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十张图总览：一套图就是一个销售动线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ALL 10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307592"/>
            <a:ext cx="182880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主图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抢点击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1307592"/>
            <a:ext cx="1828800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24912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064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细节图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307592"/>
            <a:ext cx="1828800" cy="1828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38344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实力图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建信任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07592"/>
            <a:ext cx="1828800" cy="18288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51775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好评图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推转化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7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1" y="1307592"/>
            <a:ext cx="1828800" cy="18288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665207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定制服务图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拓询盘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3" y="3995928"/>
            <a:ext cx="1828800" cy="18288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11480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 使用效果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破顾虑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936" y="3995928"/>
            <a:ext cx="1828800" cy="1828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2724912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 场景图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促分享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3995928"/>
            <a:ext cx="1828800" cy="18288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038344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496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 核心卖点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做钩子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1775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995928"/>
            <a:ext cx="1828800" cy="18288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351775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7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 规格参数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助下单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65207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7231" y="3995928"/>
            <a:ext cx="1828800" cy="1828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665207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59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 包装展示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促成交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张 · 主图 · 货架第一眼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1/10 · 抢点击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大面积留白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素色影棚底，杯子就是唯一焦点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大字价格锚点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¥9.9/只 + “第二只半价”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四角信息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主题/卖点/价格/履约各占一角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点击率 CTR 0.9% » 4.8%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文件：img4/final/m1.jpg（1240×1240）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张 · 细节图 · 所见即所得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2/10 · 答疑虑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宏观微距看糙米釉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哑光纹理看得见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引出线 callout×4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釉面/杯口/把手/底足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图上文字全部矢量排版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杜绝 AI 错字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详情页跳失率 -21%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文件：img4/final/m2.jpg（1240×1240）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张 · 实力图 · 工厂信任状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3/10 · 建信任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制瓷车间实景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窑与坯的真实感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四数据卡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年供/日产/打样/全检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批发客决策链：先信厂，再谈货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询单量 +29%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文件：img4/final/m3.jpg（1240×1240）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张 · 好评图 · 第三人称背书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4/10 · 推转化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三买家卡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复购客/礼品客/试单客分层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星级+身份+已购规格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可信三件套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全部脱敏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演示口径，不映射真实买家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下单转化 +2.2 pct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文件：img4/final/m4.jpg（1240×1240）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张 · 定制服务图 · 接小单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5/10 · 拓询盘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设计师工作台底图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“有人替你出效果”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四步流程条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发图»出稿»打样»量产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起订角标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48 只起订 + 贴牌可谈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定制询盘占比 31%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文件：img4/final/m5.jpg（1240×1240）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6 张 · 使用效果 · 握感实测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6/10 · 破顾虑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薄胎轻瓷握持画面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一杯正好的容量感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右侧 3 步竖排条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温杯»注入»上手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耐久兜底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机洗 1000 次釉色如新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使用类差评 -37%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文件：img4/final/m6.jpg（1240×1240）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7 张 · 场景图 · 种草代入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7/10 · 促分享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晨光茶几场景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“一人食也有仪式感”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底栏场景清单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早餐/办公/下午茶/阅读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容量话术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350ml=一杯拿铁刚刚好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收藏率 +38%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文件：img4/final/m7.jpg（1240×1240）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8 张 · 核心卖点 · 薄胎轻瓷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8/10 · 做钩子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局部放大裁切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薄胎=可视化差异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三条卖点 pill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克重/指纹/薄胎透釉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轻与质感兼得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礼品复购钩子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关联加购 1.8 件/单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文件：img4/final/m8.jpg（1240×1240）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9 张 · 规格参数 · 30 秒决策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9/10 · 助下单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左图右表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釉面细看承图，表格承数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九行参数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B 端关心项全在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表头深蓝字条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扫读友好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询单前自助下单率 58%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文件：img4/final/m9.jpg（1240×1240）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10 张 · 包装展示 · 最后一公里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10/10 · 促成交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礼盒开箱实物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“到手即赠礼”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四保障 pill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防震/彩盒/贺卡/赔付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售后话术降低决策成本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团购咨询 +23%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文件：img4/final/m10.jpg（1240×1240）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一套图讲完一条销售动线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点击进来的是流量，留下来的是信任，下得了单的叫动线。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3291840"/>
            <a:ext cx="8229600" cy="192024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3474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本套产出清单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913632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张终稿（1240×1240，img4/final/m1-m10.png）｜ 本册 PPT + PDF ｜ 同风格可一键再产：换品类只换底图与卖点文案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53212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素材构成：底图全部为 AI 生成商品示意图（素色影棚口径，非真实商品拍摄）；全部经营数据为示例复盘口径。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对外商用请将原始图替换为自有拍摄素材，并按平台规则做 AI 生成内容标注。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